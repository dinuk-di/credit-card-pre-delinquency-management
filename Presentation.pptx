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50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097280"/>
            <a:ext cx="2286000" cy="2286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828800"/>
            <a:ext cx="1371600" cy="13716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914400"/>
            <a:ext cx="1097280" cy="54864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1188720"/>
            <a:ext cx="1828800" cy="54864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1463040"/>
            <a:ext cx="1371600" cy="54864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0" y="3200400"/>
            <a:ext cx="2286000" cy="54864"/>
          </a:xfrm>
          <a:prstGeom prst="rect">
            <a:avLst/>
          </a:prstGeom>
          <a:solidFill>
            <a:srgbClr val="F6AD55">
              <a:alpha val="70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3474720"/>
            <a:ext cx="1645920" cy="54864"/>
          </a:xfrm>
          <a:prstGeom prst="rect">
            <a:avLst/>
          </a:prstGeom>
          <a:solidFill>
            <a:srgbClr val="F6AD55">
              <a:alpha val="70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3749040"/>
            <a:ext cx="2011680" cy="54864"/>
          </a:xfrm>
          <a:prstGeom prst="rect">
            <a:avLst/>
          </a:prstGeom>
          <a:solidFill>
            <a:srgbClr val="F6AD55">
              <a:alpha val="70000"/>
            </a:srgbClr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347" y="9519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CBD5E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Credit Card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" y="15544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Pre-Delinquency Management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57200" cy="4572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546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ETL + analytics solution to detect early credit risk, classify bad statements, and present actionable delinquency metrics via an interactive real-time web dashboard.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34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554480" y="44348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4434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51760" y="44348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4434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749040" y="443484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4434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Analytics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classify "Bad Statements" — accounts that paid less than the minimum due — and aggregate these into actionable delinquency risk metrics.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3657600"/>
            <a:ext cx="2377440" cy="54864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of 48 accounts active  •  57 valid payments analyzed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320040"/>
            <a:ext cx="2651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32004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502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64992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1280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raw Excel account snapshots and transaction logs from the bank's core systems.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20040"/>
            <a:ext cx="2651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32004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9632" y="502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99632" y="914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1280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Time-bounded payment window logic flags statements where payment falls short of the minimum due.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606040"/>
            <a:ext cx="2651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260604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2788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364992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64992" y="3566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Global Bad Rate and drills into billing cycles and overdue buckets for segment insight.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606040"/>
            <a:ext cx="26517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260604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2788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199632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9632" y="35661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glassmorphic web UI with Chart.js visualizations, real-time ETL trigger button.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&amp; INPUT FILES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651760" cy="2834640"/>
          </a:xfrm>
          <a:prstGeom prst="rect">
            <a:avLst/>
          </a:prstGeom>
          <a:solidFill>
            <a:srgbClr val="1B2E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65176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664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Registry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2029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active_customer.xlsx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30352" y="235915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active accounts — identifies which accounts are eligible for delinquency analysis. 46 of 48 accounts confirmed active.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651760" cy="2834640"/>
          </a:xfrm>
          <a:prstGeom prst="rect">
            <a:avLst/>
          </a:prstGeom>
          <a:solidFill>
            <a:srgbClr val="1B2E4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914400"/>
            <a:ext cx="265176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09728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64992" y="1664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Snapshots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64992" y="2029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capexmonthend_accounts_cc.xlsx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64992" y="235915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statement-level data containing due dates and minimum amounts payable per billing cycle.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5040" y="914400"/>
            <a:ext cx="2651760" cy="2834640"/>
          </a:xfrm>
          <a:prstGeom prst="rect">
            <a:avLst/>
          </a:prstGeom>
          <a:solidFill>
            <a:srgbClr val="1B2E4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914400"/>
            <a:ext cx="26517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09728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99632" y="16642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99632" y="2029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stg_aa_ctransaction_cc_rec_mdl.xlsx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6199632" y="2359152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records. Filtered to PAYMENT-type only. 92 null remarks found; 12 duplicate transactions dropped.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297180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806440" y="2103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→  bi_data.json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31596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exports structured JSON consumed by the dashboard frontend in real time. Decoupled architecture ensures UI re-renders without a full page refresh.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DATA QUALITY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pre-processing before the ETL pipeline was finalized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 found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transaction_remark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6AD55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6A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transactions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from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5603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270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0515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12648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PAYMENT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retained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423160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4963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6012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2880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active customers (status == 'Active'). Filtered transactions to PAYMENT-type only using transaction_remark prefix matching.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42316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23160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4963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4924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Enforcement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2880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all date columns to pandas datetime objects. Converted financial amounts to absolute values (.abs()) to handle sign discrepancies.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6850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012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Joining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join: statements × active customers. Left join: result × filtered payments on customer_account_no to retain all statement rows.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611880"/>
            <a:ext cx="54864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6850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4924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 Logic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4069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valid only if post_date falls on or after last_billing_date AND on or before min_amt_due_date. Out-of-window payments zeroed out.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STATEMENT CLASSIFICATION LOGIC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Rule — core methodology for delinquency detection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1828800"/>
            <a:ext cx="7223760" cy="45720"/>
          </a:xfrm>
          <a:prstGeom prst="rect">
            <a:avLst/>
          </a:prstGeom>
          <a:solidFill>
            <a:srgbClr val="CBD5E0">
              <a:alpha val="60000"/>
            </a:srgbClr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94360" cy="5943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240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last_billing_date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257860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valid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window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749040" y="1554480"/>
            <a:ext cx="594360" cy="594360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240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post_date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57860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fall WITHIN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949440" y="1554480"/>
            <a:ext cx="594360" cy="5943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402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min_amt_due_date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57860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valid</a:t>
            </a:r>
            <a:endParaRPr lang="en-US" sz="95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window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840480" cy="1463040"/>
          </a:xfrm>
          <a:prstGeom prst="rect">
            <a:avLst/>
          </a:prstGeom>
          <a:solidFill>
            <a:srgbClr val="1B2E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46120"/>
            <a:ext cx="3840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401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GOOD Statement  (is_bad = 0)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total_paid  ≥  minimum_amount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0416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within the valid window meets or exceeds the minimum required amount.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246120"/>
            <a:ext cx="3840480" cy="1463040"/>
          </a:xfrm>
          <a:prstGeom prst="rect">
            <a:avLst/>
          </a:prstGeom>
          <a:solidFill>
            <a:srgbClr val="1B2E45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246120"/>
            <a:ext cx="384048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4015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BAD Statement  (is_bad = 1)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total_paid  &lt;  minimum_amount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0416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within the window is insufficient, OR no valid payment detected within window — triggers delinquency flag.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33672" y="3611880"/>
            <a:ext cx="640080" cy="640080"/>
          </a:xfrm>
          <a:prstGeom prst="ellipse">
            <a:avLst/>
          </a:prstGeom>
          <a:solidFill>
            <a:srgbClr val="1B2E45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KEY DESIGN DECISIONS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73152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50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4300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vs. Excel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207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Built HTML/JS dashboard with Chart.js glassmorphic UI instead of native Excel charts.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43000" y="15361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 Web dashboards enable hover tooltips, dropdown filtering by cycle, real-time API integration, and a vastly superior app-like UX compared to static Excel charts.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67128"/>
            <a:ext cx="73152" cy="12618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143000" y="22585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Local Web Server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59689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Custom HTTP server built on Python's standard library — no external frameworks required.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43000" y="2926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 Browsers strictly sandbox static HTML and prohibit local shell execution. A Python backend exposes a /run-etl endpoint, bridging the gap and enabling real-time pipeline triggers.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557016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270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57016"/>
            <a:ext cx="73152" cy="12618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143000" y="364845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Data-UI Decoupling via JSON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98678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ETL exports to bi_data.json; frontend dynamically fetches it. Data and UI remain fully decoupled.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" y="4315968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 Aligns with modern industry standards. Frontend polls fresh JSON after ETL runs, re-rendering charts seamlessly without injecting variables into HTML or JS files.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5943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BI DASHBOARD FEATURES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77935"/>
            <a:ext cx="8229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" y="777240"/>
            <a:ext cx="4114800" cy="1828800"/>
          </a:xfrm>
          <a:prstGeom prst="rect">
            <a:avLst/>
          </a:prstGeom>
          <a:solidFill>
            <a:srgbClr val="1B2E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Bad Rate KPI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metric showing the overall percentage of bad statements across all billing cycles at a glance.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709160" y="753110"/>
            <a:ext cx="4114800" cy="1828800"/>
          </a:xfrm>
          <a:prstGeom prst="rect">
            <a:avLst/>
          </a:prstGeom>
          <a:solidFill>
            <a:srgbClr val="1B2E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🔽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92040" y="1618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Cycle-Level Drill Down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filter lets analysts select any billing cycle and view granular bad rate, payment totals, and overdue bucket breakdown.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8620" y="2701205"/>
            <a:ext cx="4114800" cy="1828800"/>
          </a:xfrm>
          <a:prstGeom prst="rect">
            <a:avLst/>
          </a:prstGeom>
          <a:solidFill>
            <a:srgbClr val="1B2E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3630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ETL Trigger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855043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 ETL Pipeline" button invokes the backend /run-etl endpoint, reprocesses the Excel data, and re-renders the dashboard without a page refresh.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09160" y="2693755"/>
            <a:ext cx="4114800" cy="1828800"/>
          </a:xfrm>
          <a:prstGeom prst="rect">
            <a:avLst/>
          </a:prstGeom>
          <a:solidFill>
            <a:srgbClr val="1B2E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92040" y="3630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Glassmorphic UI Design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862493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frosted-glass aesthetic built with HTML/CSS, Chart.js, and responsive layout for a polished analytical experience.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→  Chart.js   |   HTML5 / CSS3   |   JavaScript ES6   |   Python HTTP Server   |   Pandas   |   JSON API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SYSTEM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steps from data to 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1371600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Start the Server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1143000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server.py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161848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terminal in the project directory. Execute the command above. You will see confirmation: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at http://localhost:8000/dashboard.html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50008"/>
            <a:ext cx="1371600" cy="1170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41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788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Open the Dashboard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20240" y="2441448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24414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http://localhost:8000/dashboard.html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291693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URL in your preferred browser. The dashboard loads with the most recent bi_data.json payload and renders all charts automatically.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48456"/>
            <a:ext cx="84124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48456"/>
            <a:ext cx="1371600" cy="1170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398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08736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Refresh Data Anytime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920240" y="3739896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37398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 →  Run ETL Pipeline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421538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Excel files receive new data drops, press the ETL button on the dashboard. It triggers Pandas reprocessing on the backend and refreshes all charts instantly — no reload needed.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731520"/>
            <a:ext cx="2011680" cy="201168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371600"/>
            <a:ext cx="1097280" cy="1097280"/>
          </a:xfrm>
          <a:prstGeom prst="ellipse">
            <a:avLst/>
          </a:prstGeom>
          <a:solidFill>
            <a:srgbClr val="02C39A">
              <a:alpha val="45000"/>
            </a:srgbClr>
          </a:solidFill>
          <a:ln w="127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0" y="4572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172200" y="157276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Python ETL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213969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 web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70662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data quality checks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327355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236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JSON data architecture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384048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803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new data drops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457200" y="1600200"/>
            <a:ext cx="54864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7373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data engineering and analytics workflow purpose-built for banking credit risk operations.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160020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51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0280" y="2606040"/>
            <a:ext cx="160020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2651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2240280" y="32461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Payment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2606040"/>
            <a:ext cx="160020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2651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4023360" y="32461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160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accuracy. Designed for insight. Ready for real-world deployment.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1053</Words>
  <Application>Microsoft Office PowerPoint</Application>
  <PresentationFormat>On-screen Show (16:9)</PresentationFormat>
  <Paragraphs>154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Pre-Delinquency Management BI Dashboard</dc:title>
  <dc:subject>PptxGenJS Presentation</dc:subject>
  <dc:creator>PDM BI Dashboard</dc:creator>
  <cp:lastModifiedBy>Dinuk Pathiraja</cp:lastModifiedBy>
  <cp:revision>2</cp:revision>
  <dcterms:created xsi:type="dcterms:W3CDTF">2026-05-05T06:02:01Z</dcterms:created>
  <dcterms:modified xsi:type="dcterms:W3CDTF">2026-05-05T06:08:09Z</dcterms:modified>
</cp:coreProperties>
</file>